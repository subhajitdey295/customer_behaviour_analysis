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layfair Display Bold"/>
      <p:regular r:id="rId17"/>
    </p:embeddedFont>
    <p:embeddedFont>
      <p:font typeface="Open Sans"/>
      <p:regular r:id="rId18"/>
    </p:embeddedFont>
    <p:embeddedFont>
      <p:font typeface="Open Sans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Transactional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product categories — spending patterns, customer segments, and subscription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38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77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222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5777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22226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9849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4434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7499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79849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5768206" y="34434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362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 · Purchase details · Shopping behavior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90004"/>
            <a:ext cx="451232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660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170087"/>
            <a:ext cx="4815780" cy="14288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6" name="Text 3"/>
          <p:cNvSpPr/>
          <p:nvPr/>
        </p:nvSpPr>
        <p:spPr>
          <a:xfrm>
            <a:off x="449610" y="12628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10" y="1533376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pandas,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10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9610" y="2146027"/>
            <a:ext cx="4815780" cy="14288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0" name="Text 7"/>
          <p:cNvSpPr/>
          <p:nvPr/>
        </p:nvSpPr>
        <p:spPr>
          <a:xfrm>
            <a:off x="449610" y="22388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Clean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9610" y="250931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 missing Review Ratings by category median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9610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610" y="3121968"/>
            <a:ext cx="4815780" cy="14288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4" name="Text 11"/>
          <p:cNvSpPr/>
          <p:nvPr/>
        </p:nvSpPr>
        <p:spPr>
          <a:xfrm>
            <a:off x="449610" y="321476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Engineer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610" y="348525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610" y="38938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9610" y="4097908"/>
            <a:ext cx="4815780" cy="14288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8" name="Text 15"/>
          <p:cNvSpPr/>
          <p:nvPr/>
        </p:nvSpPr>
        <p:spPr>
          <a:xfrm>
            <a:off x="449610" y="419070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Load to DB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610" y="446119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to PostgreSQL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1187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Male customers drive 2×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Female: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$75,191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shoppers also represent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68%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all customers (2,652 vs. female share).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58200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Product &amp; Shipping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4834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26935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5876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$58.46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2434828"/>
            <a:ext cx="3902943" cy="10567"/>
          </a:xfrm>
          <a:prstGeom prst="rect">
            <a:avLst/>
          </a:prstGeom>
          <a:solidFill>
            <a:srgbClr val="39393C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749701" y="2640285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00350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 (50%), Sneakers (49.7%), Coat (49.1%)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8016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45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73% are non-subscribers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Yet average spend is nearly identical: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$59.49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Among repeat buyers (5+ purchases):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subscribe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2,518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don't.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807791"/>
            <a:ext cx="3902943" cy="602382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02761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984971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 are a high-potential growth segment.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49685"/>
            <a:ext cx="44055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05273"/>
            <a:ext cx="2290465" cy="816843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8470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153543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05273"/>
            <a:ext cx="2290539" cy="816843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8470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153543"/>
            <a:ext cx="2007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663875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28056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112145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364018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80% of customers are already in the Loyal segment — a strong retention foundation.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10430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6001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Young Adults lead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contribute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$62,143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highest among all age groups.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is relatively evenly distributed across the four groups, with only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$6,380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gap between highest and lowest.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458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09638"/>
            <a:ext cx="5177582" cy="27798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785119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Interactive Dashboard Highlights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369790"/>
            <a:ext cx="2628230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3.9K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 ·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$59.76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 purchase ·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3.75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 rating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Filters: Subscription, Gender, Category, Shipping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Charts: Revenue &amp; Sales by Category and Age Group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split: 27% Yes · 73% No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54695"/>
            <a:ext cx="504013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310283"/>
            <a:ext cx="283518" cy="283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3589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66546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175793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2244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53097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toward "Loyal"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41303"/>
            <a:ext cx="283518" cy="28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089970"/>
            <a:ext cx="18993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39648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06813"/>
            <a:ext cx="283518" cy="28351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39554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26199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2026-05-28T14:40:45Z</dcterms:created>
  <dcterms:modified xsi:type="dcterms:W3CDTF">2026-05-28T14:40:45Z</dcterms:modified>
</cp:coreProperties>
</file>